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5307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3299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0558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4923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6999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9145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9080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08456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6080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0790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156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E3AD2-EF0D-47CB-BB8C-5F0AFE54652B}" type="datetimeFigureOut">
              <a:rPr lang="es-GT" smtClean="0"/>
              <a:t>15/08/2018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720B6-A993-49B2-AF64-2A234A00349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1271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D4E4F4"/>
            </a:gs>
            <a:gs pos="28000">
              <a:srgbClr val="B9D4ED"/>
            </a:gs>
            <a:gs pos="0">
              <a:schemeClr val="accent1">
                <a:lumMod val="0"/>
                <a:lumOff val="100000"/>
              </a:schemeClr>
            </a:gs>
            <a:gs pos="66000">
              <a:schemeClr val="accent1">
                <a:lumMod val="0"/>
                <a:lumOff val="100000"/>
              </a:schemeClr>
            </a:gs>
            <a:gs pos="76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46191" y="1702190"/>
            <a:ext cx="9144000" cy="3267840"/>
          </a:xfrm>
        </p:spPr>
        <p:txBody>
          <a:bodyPr>
            <a:normAutofit fontScale="90000"/>
          </a:bodyPr>
          <a:lstStyle/>
          <a:p>
            <a:r>
              <a:rPr lang="es-GT" dirty="0" smtClean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INFORMACION LABORAL DE LA EMPRESA U ORGANIZACIÓN DIRECCION Y TELEFONO</a:t>
            </a:r>
            <a:endParaRPr lang="es-GT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3000">
              <a:srgbClr val="F6BF99"/>
            </a:gs>
            <a:gs pos="0">
              <a:schemeClr val="accent2">
                <a:lumMod val="0"/>
                <a:lumOff val="100000"/>
              </a:schemeClr>
            </a:gs>
            <a:gs pos="67000">
              <a:schemeClr val="accent2">
                <a:lumMod val="0"/>
                <a:lumOff val="100000"/>
              </a:schemeClr>
            </a:gs>
            <a:gs pos="79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0671"/>
          </a:xfrm>
        </p:spPr>
        <p:txBody>
          <a:bodyPr/>
          <a:lstStyle/>
          <a:p>
            <a:pPr algn="ctr"/>
            <a:r>
              <a:rPr lang="es-GT" dirty="0" smtClean="0">
                <a:solidFill>
                  <a:schemeClr val="tx2">
                    <a:lumMod val="50000"/>
                  </a:schemeClr>
                </a:solidFill>
                <a:latin typeface="Algerian" panose="04020705040A02060702" pitchFamily="82" charset="0"/>
              </a:rPr>
              <a:t>INFORMACIÓN</a:t>
            </a:r>
            <a:endParaRPr lang="es-GT" dirty="0">
              <a:solidFill>
                <a:schemeClr val="tx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9" name="Marcador de contenido 8"/>
          <p:cNvSpPr>
            <a:spLocks noGrp="1"/>
          </p:cNvSpPr>
          <p:nvPr>
            <p:ph sz="half" idx="2"/>
          </p:nvPr>
        </p:nvSpPr>
        <p:spPr>
          <a:xfrm>
            <a:off x="6977575" y="1690688"/>
            <a:ext cx="3657600" cy="4486275"/>
          </a:xfrm>
        </p:spPr>
        <p:txBody>
          <a:bodyPr/>
          <a:lstStyle/>
          <a:p>
            <a:pPr marL="0" indent="0" algn="ctr">
              <a:buNone/>
            </a:pPr>
            <a:r>
              <a:rPr lang="es-GT" dirty="0"/>
              <a:t>El entender su negocio y la importancia de cumplir en brindar un servicio de excelente calidad, garantizando recolección y entrega en el lugar y hora que el cliente necesita, es la forma en que pagamos esta confianza.</a:t>
            </a:r>
          </a:p>
          <a:p>
            <a:pPr marL="0" indent="0">
              <a:buNone/>
            </a:pPr>
            <a:endParaRPr lang="es-GT" dirty="0"/>
          </a:p>
        </p:txBody>
      </p:sp>
      <p:pic>
        <p:nvPicPr>
          <p:cNvPr id="1027" name="Picture 3" descr="https://www.cargoexpreso.com/wp-content/uploads/2015/12/pan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677" y="0"/>
            <a:ext cx="28479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924343" y="1580191"/>
            <a:ext cx="464526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sz="28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Montserrat"/>
              </a:rPr>
              <a:t>Por más de 30 años CARGO EXPRESO se ha dedicado a cubrir eficientemente las necesidades de manejo de documentos, paquetes y logística en general de importantes empresas en la región, el fruto de esta labor es la confianza que nuestros clientes depositan en nosotros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9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rgbClr val="B6B6B6"/>
            </a:gs>
            <a:gs pos="100000">
              <a:srgbClr val="E5E5E5"/>
            </a:gs>
            <a:gs pos="0">
              <a:schemeClr val="accent3">
                <a:lumMod val="0"/>
                <a:lumOff val="100000"/>
              </a:schemeClr>
            </a:gs>
            <a:gs pos="55000">
              <a:srgbClr val="DBDBDB"/>
            </a:gs>
            <a:gs pos="0">
              <a:schemeClr val="accent3">
                <a:lumMod val="0"/>
                <a:lumOff val="100000"/>
              </a:schemeClr>
            </a:gs>
            <a:gs pos="64000">
              <a:schemeClr val="accent3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41977"/>
          </a:xfrm>
        </p:spPr>
        <p:txBody>
          <a:bodyPr/>
          <a:lstStyle/>
          <a:p>
            <a:pPr algn="ctr"/>
            <a:r>
              <a:rPr lang="es-GT" dirty="0" smtClean="0">
                <a:latin typeface="Algerian" panose="04020705040A02060702" pitchFamily="82" charset="0"/>
              </a:rPr>
              <a:t>DIRECCIÓN</a:t>
            </a:r>
            <a:endParaRPr lang="es-GT" dirty="0">
              <a:latin typeface="Algerian" panose="04020705040A02060702" pitchFamily="82" charset="0"/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795389" y="2532185"/>
            <a:ext cx="8601222" cy="34900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900" dirty="0"/>
              <a:t>6 Avenida 1-12 zona 9, 6A Avenida 1-12, Guatemala 01009</a:t>
            </a:r>
            <a:endParaRPr lang="es-GT" sz="3900" dirty="0"/>
          </a:p>
        </p:txBody>
      </p:sp>
    </p:spTree>
    <p:extLst>
      <p:ext uri="{BB962C8B-B14F-4D97-AF65-F5344CB8AC3E}">
        <p14:creationId xmlns:p14="http://schemas.microsoft.com/office/powerpoint/2010/main" val="149712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rgbClr val="D3E6C7"/>
            </a:gs>
            <a:gs pos="54000">
              <a:schemeClr val="accent6">
                <a:lumMod val="0"/>
                <a:lumOff val="100000"/>
              </a:schemeClr>
            </a:gs>
            <a:gs pos="14000">
              <a:schemeClr val="accent6">
                <a:lumMod val="0"/>
                <a:lumOff val="100000"/>
              </a:schemeClr>
            </a:gs>
            <a:gs pos="52000">
              <a:schemeClr val="accent6">
                <a:lumMod val="100000"/>
              </a:schemeClr>
            </a:gs>
            <a:gs pos="61000">
              <a:schemeClr val="accent6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GT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TELEFONO</a:t>
            </a:r>
            <a:endParaRPr lang="es-GT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21169" y="2827606"/>
            <a:ext cx="7371472" cy="28569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GT" sz="4000" dirty="0" smtClean="0">
                <a:solidFill>
                  <a:schemeClr val="accent4">
                    <a:lumMod val="50000"/>
                  </a:schemeClr>
                </a:solidFill>
              </a:rPr>
              <a:t>CARGO EXPRESO:2474-4444</a:t>
            </a:r>
            <a:endParaRPr lang="es-GT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21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6000">
              <a:srgbClr val="FFCF3C"/>
            </a:gs>
            <a:gs pos="60000">
              <a:srgbClr val="FFDD76"/>
            </a:gs>
            <a:gs pos="0">
              <a:schemeClr val="accent4">
                <a:lumMod val="0"/>
                <a:lumOff val="100000"/>
              </a:schemeClr>
            </a:gs>
            <a:gs pos="59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GT" sz="4800" dirty="0" smtClean="0"/>
              <a:t>CROQUIS</a:t>
            </a:r>
            <a:endParaRPr lang="es-GT" sz="4800" dirty="0"/>
          </a:p>
        </p:txBody>
      </p:sp>
      <p:pic>
        <p:nvPicPr>
          <p:cNvPr id="6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43" t="8478" r="4802" b="5848"/>
          <a:stretch/>
        </p:blipFill>
        <p:spPr>
          <a:xfrm>
            <a:off x="2572728" y="1821151"/>
            <a:ext cx="7046544" cy="36831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486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114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Algerian</vt:lpstr>
      <vt:lpstr>Arial</vt:lpstr>
      <vt:lpstr>Calibri</vt:lpstr>
      <vt:lpstr>Calibri Light</vt:lpstr>
      <vt:lpstr>Montserrat</vt:lpstr>
      <vt:lpstr>Tema de Office</vt:lpstr>
      <vt:lpstr>INFORMACION LABORAL DE LA EMPRESA U ORGANIZACIÓN DIRECCION Y TELEFONO</vt:lpstr>
      <vt:lpstr>INFORMACIÓN</vt:lpstr>
      <vt:lpstr>DIRECCIÓN</vt:lpstr>
      <vt:lpstr>TELEFONO</vt:lpstr>
      <vt:lpstr>CROQUIS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INFORMACION LABORAL DE LA EMPRESA U ORGANIZACIÓN DIRECCION Y TELEFONO</dc:title>
  <dc:creator>Estuduante</dc:creator>
  <cp:lastModifiedBy>Estuduante</cp:lastModifiedBy>
  <cp:revision>3</cp:revision>
  <dcterms:created xsi:type="dcterms:W3CDTF">2018-08-15T22:26:05Z</dcterms:created>
  <dcterms:modified xsi:type="dcterms:W3CDTF">2018-08-15T22:42:42Z</dcterms:modified>
</cp:coreProperties>
</file>